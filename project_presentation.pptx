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91" dt="2026-10-12T12:01:03.483"/>
    <p1510:client id="{F8533C95-F66D-3292-5E5A-788ECDC35F2F}" v="533" dt="2026-10-12T11:57:55.90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8E7CD1-BB82-4A33-80CC-AC765A6873D5}" type="datetimeFigureOut">
              <a:t>10/12/2026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4AD733-1E14-4C90-AFE1-2EFAD68261BF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9568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Unsu</a:t>
            </a:r>
            <a:r>
              <a:rPr lang="en-US" dirty="0">
                <a:ea typeface="Calibri"/>
                <a:cs typeface="Calibri"/>
              </a:rPr>
              <a:t>re if I'm </a:t>
            </a:r>
            <a:r>
              <a:rPr lang="en-US">
                <a:ea typeface="Calibri"/>
                <a:cs typeface="Calibri"/>
              </a:rPr>
              <a:t>over-relying</a:t>
            </a:r>
            <a:r>
              <a:rPr lang="en-US" dirty="0">
                <a:ea typeface="Calibri"/>
                <a:cs typeface="Calibri"/>
              </a:rPr>
              <a:t> on specialist language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4AD733-1E14-4C90-AFE1-2EFAD68261BF}" type="slidenum"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7550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A visual aid here might be </a:t>
            </a:r>
            <a:r>
              <a:rPr lang="en-US" dirty="0" err="1">
                <a:ea typeface="Calibri"/>
                <a:cs typeface="Calibri"/>
              </a:rPr>
              <a:t>valuble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4AD733-1E14-4C90-AFE1-2EFAD68261BF}" type="slidenum"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5945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Encoder/Decoder using </a:t>
            </a:r>
            <a:r>
              <a:rPr lang="en-US"/>
              <a:t>Arithmetic Coding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T. Croft, W. Finney, B. Jones, D. Kwiecien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8279B-20C4-6941-5484-1D5ED966F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problem: File Compression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5FB79F-A6C7-3AC4-6239-45554A9BBE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Files can take up too much storage and </a:t>
            </a:r>
            <a:r>
              <a:rPr lang="en-US"/>
              <a:t>bandwidth.</a:t>
            </a:r>
          </a:p>
          <a:p>
            <a:r>
              <a:rPr lang="en-US" dirty="0"/>
              <a:t>Traditional approaches cannot </a:t>
            </a:r>
            <a:r>
              <a:rPr lang="en-US"/>
              <a:t>achieve</a:t>
            </a:r>
            <a:r>
              <a:rPr lang="en-US" dirty="0"/>
              <a:t> compression close to the </a:t>
            </a:r>
            <a:r>
              <a:rPr lang="en-US"/>
              <a:t>source's entropy.</a:t>
            </a:r>
          </a:p>
          <a:p>
            <a:r>
              <a:rPr lang="en-US" dirty="0"/>
              <a:t>The </a:t>
            </a:r>
            <a:r>
              <a:rPr lang="en-US"/>
              <a:t>Arithmetic</a:t>
            </a:r>
            <a:r>
              <a:rPr lang="en-US" dirty="0"/>
              <a:t> Coding algorithm addresses this.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86641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16AD95-9ADF-4F32-5BC6-23FF0E8FD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>
                <a:latin typeface="Aptos Display"/>
              </a:rPr>
              <a:t>Arithmetic Coding explained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80A83C-48F2-FA91-53BD-1A090439B5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Symbols</a:t>
            </a:r>
            <a:r>
              <a:rPr lang="en-US">
                <a:solidFill>
                  <a:srgbClr val="000000"/>
                </a:solidFill>
                <a:latin typeface="Aptos"/>
              </a:rPr>
              <a:t> are assigned portions of a narrowing interval based on probability, starting as [0, 1).</a:t>
            </a:r>
            <a:endParaRPr lang="en-US" dirty="0">
              <a:solidFill>
                <a:srgbClr val="000000"/>
              </a:solidFill>
              <a:latin typeface="Aptos"/>
            </a:endParaRPr>
          </a:p>
          <a:p>
            <a:r>
              <a:rPr lang="en-US"/>
              <a:t>Messages are encoded using a number inside the final interval.</a:t>
            </a:r>
            <a:endParaRPr lang="en-US" dirty="0"/>
          </a:p>
          <a:p>
            <a:r>
              <a:rPr lang="en-US"/>
              <a:t>Messages are decoded using the encoded value and the probability model</a:t>
            </a:r>
            <a:endParaRPr lang="en-US" dirty="0"/>
          </a:p>
          <a:p>
            <a:r>
              <a:rPr lang="en-US"/>
              <a:t>Effective example of lossless compression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56936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0110A-A638-EF29-0913-78B58563F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Demonstration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8A4871-37B0-C1E8-D1EB-3E357FC9F5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7107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69514-D49B-6103-A7BF-3598ACA27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5696CB-F9B7-384F-3483-08C10816F1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[explain performa</a:t>
            </a:r>
            <a:r>
              <a:rPr lang="en-US"/>
              <a:t>nce, both effectiveness, and complexity]</a:t>
            </a:r>
          </a:p>
          <a:p>
            <a:r>
              <a:rPr lang="en-US" dirty="0"/>
              <a:t>[trade-offs of </a:t>
            </a:r>
            <a:r>
              <a:rPr lang="en-US" dirty="0" err="1"/>
              <a:t>Arith</a:t>
            </a:r>
            <a:r>
              <a:rPr lang="en-US" dirty="0"/>
              <a:t> Code]</a:t>
            </a:r>
          </a:p>
          <a:p>
            <a:r>
              <a:rPr lang="en-US"/>
              <a:t>Valuable in image/video compression and scientific data storage.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30807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5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6" baseType="lpstr">
      <vt:lpstr>Office Theme</vt:lpstr>
      <vt:lpstr>Encoder/Decoder using Arithmetic Coding</vt:lpstr>
      <vt:lpstr>The problem: File Compression</vt:lpstr>
      <vt:lpstr>Arithmetic Coding explained</vt:lpstr>
      <vt:lpstr>Demonstration</vt:lpstr>
      <vt:lpstr>Results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109</cp:revision>
  <dcterms:created xsi:type="dcterms:W3CDTF">2026-10-12T11:22:04Z</dcterms:created>
  <dcterms:modified xsi:type="dcterms:W3CDTF">2026-10-12T12:01:39Z</dcterms:modified>
</cp:coreProperties>
</file>